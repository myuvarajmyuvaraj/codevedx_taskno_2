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60" r:id="rId5"/>
  </p:sld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83223750" val="1224" revOS="4"/>
      <pr:smFileRevision xmlns:pr="smNativeData" xmlns="smNativeData" dt="1783223750" val="101"/>
      <pr:guideOptions xmlns:pr="smNativeData" xmlns="smNativeData" dt="1783223750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60" d="100"/>
          <a:sy n="60" d="100"/>
        </p:scale>
        <p:origin x="421" y="210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421" y="210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itle">
  <p:cSld name="Title slide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AAAAABoNAACHNAAAJhYAABAAAAAmAAAACAAAAAGAAAAAAAAA"/>
              </a:ext>
            </a:extLst>
          </p:cNvSpPr>
          <p:nvPr>
            <p:ph type="ctrTitle"/>
          </p:nvPr>
        </p:nvSpPr>
        <p:spPr>
          <a:xfrm>
            <a:off x="0" y="2129790"/>
            <a:ext cx="8538845" cy="1470660"/>
          </a:xfrm>
        </p:spPr>
        <p:txBody>
          <a:bodyPr/>
          <a:lstStyle>
            <a:lvl1pPr algn="r"/>
          </a:lstStyle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QAsAAOgXAACHNA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6710045" cy="1752600"/>
          </a:xfrm>
        </p:spPr>
        <p:txBody>
          <a:bodyPr/>
          <a:lstStyle>
            <a:lvl1pPr marL="0" indent="0" algn="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4362-2C98-64B5-D689-DAE00DC7208F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4836-7898-64BE-D689-8EEB06C720DB}" type="slidenum">
              <a:t>{Nr.}</a:t>
            </a:fld>
          </a:p>
        </p:txBody>
      </p:sp>
      <p:sp>
        <p:nvSpPr>
          <p:cNvPr id="7" name="Rectangle1"/>
          <p:cNvSpPr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E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GAAAAAAAAAAEAAABcHwAKMgAAAJz///9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QTcAABoNAAAASwAAJhYAABAAAAAmAAAACAAAAP//////////"/>
              </a:ext>
            </a:extLst>
          </p:cNvSpPr>
          <p:nvPr/>
        </p:nvSpPr>
        <p:spPr>
          <a:xfrm>
            <a:off x="8982075" y="2129790"/>
            <a:ext cx="3209925" cy="1470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0" dist="89803" dir="8100000" sx="80000" sy="80000" algn="bl">
              <a:schemeClr val="bg2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7220-6E98-6484-D689-98D13CC720CD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64C8-8698-6492-D689-70C72AC72025}" type="slidenum">
              <a:t>{Nr.}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secHead">
  <p:cSld name="Section header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C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632B-6598-6495-D689-93C02DC720C6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6426-6898-6492-D689-9EC72AC720CB}" type="slidenum">
              <a:t>{Nr.}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5547-0998-64A3-D689-FFF61BC720AA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1579-3798-64E3-D689-C1B65BC72094}" type="slidenum">
              <a:t>{Nr.}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C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C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52EE-A098-64A4-D689-56F11CC72003}" type="datetime1">
              <a:t>{Date/Time}</a:t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0DD8-9698-64FB-D689-60AE43C72035}" type="slidenum">
              <a:t>{Nr.}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0A59-1798-64FC-D689-E1A944C720B4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21DF-9198-64D7-D689-67826FC72032}" type="slidenum">
              <a:t/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blank">
  <p:cSld name="Blank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23A3-ED98-64D5-D689-1B806DC7204E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7985-CB98-648F-D689-3DDA37C72068}" type="slidenum">
              <a:t/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objTx">
  <p:cSld name="Content with caption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C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1E42-0C98-64E8-D689-FABD50C720AF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0BA8-E698-64FD-D689-10A845C72045}" type="slidenum">
              <a:t>{Nr.}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picTx">
  <p:cSld name="Picture with caption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C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5C77-3998-64AA-D689-CFFF12C7209A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7C01-4F98-648A-D689-B9DF32C720EC}" type="slidenum">
              <a:t>{Nr.}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Q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13FD-B398-64E5-D689-45B05DC72010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1A12-5C98-64EC-D689-AAB954C720FF}" type="slidenum">
              <a:t>{Nr.}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vertTitleAndTx">
  <p:cSld name="Vertical title and text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CAAAAAQ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Q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311C9A-D498-64EA-D689-22BF52C72077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311886-C898-64EE-D689-3EBB56C7206B}" type="slidenum">
              <a:t>{Nr.}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Orange">
    <p:bg>
      <p:bgPr>
        <a:gradFill flip="none" rotWithShape="0">
          <a:gsLst>
            <a:gs pos="0">
              <a:schemeClr val="bg1"/>
            </a:gs>
            <a:gs pos="100000">
              <a:schemeClr val="accent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BAAAAAmAAAACAAAAP//////////"/>
              </a:ext>
            </a:extLst>
          </p:cNvSpPr>
          <p:nvPr>
            <p:ph type="title"/>
          </p:nvPr>
        </p:nvSpPr>
        <p:spPr>
          <a:xfrm>
            <a:off x="-635" y="274320"/>
            <a:ext cx="9689465" cy="1143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27000" dist="89803" dir="2700000" sx="80000" sy="80000" algn="br">
              <a:schemeClr val="bg2">
                <a:alpha val="50000"/>
              </a:schemeClr>
            </a:outerShdw>
          </a:effectLst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75315D66-2898-64AB-D689-DEFE13C7208B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75314CF8-B698-64BA-D689-40EF02C72015}" type="slidenum">
              <a:t/>
            </a:fld>
          </a:p>
        </p:txBody>
      </p:sp>
      <p:sp>
        <p:nvSpPr>
          <p:cNvPr id="7" name="Rectangle1"/>
          <p:cNvSpPr>
            <a:extLst>
              <a:ext uri="smNativeData">
                <pr:smNativeData xmlns:pr="smNativeData" xmlns="smNativeData" val="SMDATA_15_xtVJahMAAAAlAAAAZAAAAA8BAAAAkAAAAEgAAACQAAAASAAAAAAAAAAAAAAAAAAAAAEAAABQAAAAAAAAAAAA4D8AAAAAAADgPwAAAAAAAOA/AAAAAAAA4D8AAAAAAADgPwAAAAAAAOA/AAAAAAAA4D8AAAAAAADgPwAAAAAAAOA/AAAAAAAA4D8CAAAAjAAAAAE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GAAAAAAAAAAEAAABcHwAKMgAAAJz///9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XUfBZ4cBwEAAAAAAAAAAAAAAAAAAAAAAAAAAAAAAAAAAAAAAAAAAP///wJ/f38AXB8AA8zMzADAwP8Af39/AAAAAAAAAAAAAAAAAAAAAAAAAAAAIQAAABgAAAAUAAAAFD4AALABAAAASwAAuAgAABAAAAAmAAAACAAAAP//////////"/>
              </a:ext>
            </a:extLst>
          </p:cNvSpPr>
          <p:nvPr/>
        </p:nvSpPr>
        <p:spPr>
          <a:xfrm>
            <a:off x="10091420" y="274320"/>
            <a:ext cx="210058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0" dist="89803" dir="8100000" sx="80000" sy="80000" algn="bl">
              <a:schemeClr val="bg2">
                <a:alpha val="50000"/>
              </a:schemeClr>
            </a:outerShdw>
          </a:effectLst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xtVJahMAAAAlAAAAZAAAAA8BAAAAkAAAAEgAAACQAAAASAAAAAAAAAABAAAAAAAAAAEAAABQAAAAAAAAAAAA4D8AAAAAAADgPwAAAAAAAOA/AAAAAAAA4D8AAAAAAADgPwAAAAAAAOA/AAAAAAAA4D8AAAAAAADgPwAAAAAAAOA/AAAAAAAA4D8CAAAAjAAAAAEAAAAAAAAATU1NA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QAAAAAAAAAIAAAAAAAAAAEAAABcHwAKMgAAAGQAAABkAAAAUAAAAFA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U1NCZ4cBwEAAAAAAAAAAAAAAAAAAAAAAAAAAAAAAAAAAAAAAAAAAP///wJ/f38AXB8AA8zMzADAwP8Af39/AAAAAAAAAAAAAAAAAAAAAAAAAAAAIQAAABgAAAAUAAAA/////7ABAACaOwAAuAgAAAAAAAAmAAAACAAAAAEAAAAAAAAA"/>
              </a:ext>
            </a:extLst>
          </p:cNvSpPr>
          <p:nvPr>
            <p:ph type="title"/>
          </p:nvPr>
        </p:nvSpPr>
        <p:spPr>
          <a:xfrm>
            <a:off x="-635" y="274320"/>
            <a:ext cx="9689465" cy="1143000"/>
          </a:xfrm>
        </p:spPr>
        <p:txBody>
          <a:bodyPr/>
          <a:lstStyle/>
          <a:p>
            <a:pPr/>
            <a:r>
              <a:t>PROJECT 2 OUTPUT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AAAAADICwAAAEsAAAI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5160"/>
            <a:ext cx="12192000" cy="52451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2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BqA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LUAAADdEwAA4EgAAP0h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" y="3228975"/>
            <a:ext cx="11731625" cy="22961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s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MoBAAA1AgAAZEgAAKgR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" y="358775"/>
            <a:ext cx="11476990" cy="25114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2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FwMAABsEwAAxUEAAP4o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009140" y="3157220"/>
            <a:ext cx="8682355" cy="35064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s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IcHAAAXAwAAyUMAALo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23645" y="502285"/>
            <a:ext cx="9795510" cy="595566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NsCAABqBAAA2EYAAN8i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64185" y="717550"/>
            <a:ext cx="11052175" cy="49510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s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JQMAACg////40AAALc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-60960"/>
            <a:ext cx="8503285" cy="68421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BcDAADEAQAAjCEAALo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" y="287020"/>
            <a:ext cx="4951095" cy="64960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2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DgiAAAXAwAAfkoAAJwo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02285"/>
            <a:ext cx="6546850" cy="60991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B0AGw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FsHAACmAgAAG0UAAJwo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195705" y="430530"/>
            <a:ext cx="10038080" cy="61709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s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D4IAAACAQAArj4AAMA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163830"/>
            <a:ext cx="8849360" cy="62979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LYJAADEAAAAa0QAANo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78610" y="124460"/>
            <a:ext cx="9543415" cy="63538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EAPAADZAAAAjj0AADAq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479040" y="137795"/>
            <a:ext cx="7527290" cy="672020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JEOAABTAQAAwjcAAG8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367915" y="215265"/>
            <a:ext cx="6696075" cy="65201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E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PIHAADRAgAAiUMAAEk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457835"/>
            <a:ext cx="9686925" cy="59283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NQIAADQAAAArj4AADAq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32080"/>
            <a:ext cx="8754110" cy="67259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xtVJahMAAAAlAAAAEQAAAC8BAAAAkAAAAEgAAACQAAAASAAAAAAAAAAAAAAAAAAAAAEAAABQAAAAAAAAAAAA4D8AAAAAAADgPwAAAAAAAOA/AAAAAAAA4D8AAAAAAADgPwAAAAAAAOA/AAAAAAAA4D8AAAAAAADgPwAAAAAAAOA/AAAAAAAA4D8CAAAAjAAAAAAAAAAAAAAA1XUfDJ4cB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BcHwAKAAAAACgAAAAoAAAAZAAAAGQAAAAAAAAAzMzMAAAAAABQAAAAUAAAAGQAAABkAAAAAAAAAAcAAAA4AAAAAAAAAAAAAAAAAAAA////AAAAAAAAAAAAAAAAAAAAAAAAAAAAAAAAAAAAAABkAAAAZAAAAAAAAAAjAAAABAAAAGQAAAAXAAAAFAAAAAAAAAAAAAAA/38AAP9/AAAAAAAACQAAAAQAAAA+PGE6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NV1HwWeHAcBAAAAAAAAAAAAAAAAAAAAAAAAAAAAAAAAAAAAAAAAAAD///8Cf39/AFwfAAPMzMwAwMD/AH9/fwAAAAAAAAAAAAAAAAD///8AAAAAACEAAAAYAAAAFAAAAJsNAABTAQAAcToAAJwo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211705" y="215265"/>
            <a:ext cx="7288530" cy="63861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9E1C07"/>
      </a:lt1>
      <a:dk2>
        <a:srgbClr val="FFFFFF"/>
      </a:dk2>
      <a:lt2>
        <a:srgbClr val="5C1F00"/>
      </a:lt2>
      <a:accent1>
        <a:srgbClr val="D5751F"/>
      </a:accent1>
      <a:accent2>
        <a:srgbClr val="BE7960"/>
      </a:accent2>
      <a:accent3>
        <a:srgbClr val="4D4D4D"/>
      </a:accent3>
      <a:accent4>
        <a:srgbClr val="7EB9A0"/>
      </a:accent4>
      <a:accent5>
        <a:srgbClr val="5EC9C0"/>
      </a:accent5>
      <a:accent6>
        <a:srgbClr val="3EE9E0"/>
      </a:accent6>
      <a:hlink>
        <a:srgbClr val="FFFF99"/>
      </a:hlink>
      <a:folHlink>
        <a:srgbClr val="D3A219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9E1C07"/>
        </a:lt1>
        <a:dk2>
          <a:srgbClr val="FFFFFF"/>
        </a:dk2>
        <a:lt2>
          <a:srgbClr val="5C1F00"/>
        </a:lt2>
        <a:accent1>
          <a:srgbClr val="D5751F"/>
        </a:accent1>
        <a:accent2>
          <a:srgbClr val="BE7960"/>
        </a:accent2>
        <a:accent3>
          <a:srgbClr val="4D4D4D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9E1C07"/>
        </a:lt1>
        <a:dk2>
          <a:srgbClr val="FFFFFF"/>
        </a:dk2>
        <a:lt2>
          <a:srgbClr val="5C1F00"/>
        </a:lt2>
        <a:accent1>
          <a:srgbClr val="D5751F"/>
        </a:accent1>
        <a:accent2>
          <a:srgbClr val="BE7960"/>
        </a:accent2>
        <a:accent3>
          <a:srgbClr val="4D4D4D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FFFFFF"/>
        </a:dk1>
        <a:lt1>
          <a:srgbClr val="9E1C07"/>
        </a:lt1>
        <a:dk2>
          <a:srgbClr val="FFFFFF"/>
        </a:dk2>
        <a:lt2>
          <a:srgbClr val="5C1F00"/>
        </a:lt2>
        <a:accent1>
          <a:srgbClr val="D5751F"/>
        </a:accent1>
        <a:accent2>
          <a:srgbClr val="BE7960"/>
        </a:accent2>
        <a:accent3>
          <a:srgbClr val="4D4D4D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FFFFFF"/>
        </a:dk1>
        <a:lt1>
          <a:srgbClr val="9E1C07"/>
        </a:lt1>
        <a:dk2>
          <a:srgbClr val="FFFFFF"/>
        </a:dk2>
        <a:lt2>
          <a:srgbClr val="5C1F00"/>
        </a:lt2>
        <a:accent1>
          <a:srgbClr val="D5751F"/>
        </a:accent1>
        <a:accent2>
          <a:srgbClr val="BE7960"/>
        </a:accent2>
        <a:accent3>
          <a:srgbClr val="4D4D4D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YUVARAJ</cp:lastModifiedBy>
  <cp:revision>0</cp:revision>
  <dcterms:created xsi:type="dcterms:W3CDTF">2019-09-11T11:45:32Z</dcterms:created>
  <dcterms:modified xsi:type="dcterms:W3CDTF">2026-07-05T03:55:50Z</dcterms:modified>
</cp:coreProperties>
</file>